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Ganesh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31a19312d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31a19312d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Shishir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31a19312d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31a19312d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Shishir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31a19312d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31a19312d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Ganesh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31676dd7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31676dd7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Aofei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31a19312d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31a19312d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31a19312d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31a19312d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31676dd7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31676dd7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Yuzhou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31676dd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31676dd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Aofi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31676dd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31676dd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Yuzhou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32a4b0183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32a4b0183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Aofi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32a4b0183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32a4b0183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32a4b0183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32a4b0183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131676dd7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131676dd7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32a4b018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32a4b018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32a4b0183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132a4b0183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32a4b0183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132a4b018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31a19312d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31a19312d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31a19312d_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131a19312d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31676dd7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131676dd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Shishir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31676dd7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131676dd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4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9.png"/><Relationship Id="rId5" Type="http://schemas.openxmlformats.org/officeDocument/2006/relationships/image" Target="../media/image40.jpg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37.jp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48.jpg"/><Relationship Id="rId6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6.jpg"/><Relationship Id="rId5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53150" y="1369638"/>
            <a:ext cx="48360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Web-sockets (socket.io)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Transfer information between P2P without needing an additional resources.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Users are able to clearly identify the changes as it happens.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Visually differentiate between current changes vs no changes.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0400" y="3621150"/>
            <a:ext cx="1485348" cy="1367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44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</a:t>
            </a:r>
            <a:r>
              <a:rPr b="1" lang="en" sz="2400">
                <a:solidFill>
                  <a:schemeClr val="lt1"/>
                </a:solidFill>
              </a:rPr>
              <a:t>Feature 1: Live Sharing</a:t>
            </a:r>
            <a:r>
              <a:rPr b="1" lang="en" sz="2400">
                <a:solidFill>
                  <a:schemeClr val="lt1"/>
                </a:solidFill>
              </a:rPr>
              <a:t> </a:t>
            </a:r>
            <a:r>
              <a:rPr b="1" lang="en" sz="2400">
                <a:solidFill>
                  <a:schemeClr val="lt1"/>
                </a:solidFill>
              </a:rPr>
              <a:t>_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5750" y="1346276"/>
            <a:ext cx="3582451" cy="256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1014425" y="1370025"/>
            <a:ext cx="40935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Save and commit versions of the spreadsheet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Able to roll back to the previous </a:t>
            </a:r>
            <a:r>
              <a:rPr lang="en" sz="1800">
                <a:solidFill>
                  <a:schemeClr val="lt1"/>
                </a:solidFill>
              </a:rPr>
              <a:t>versions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Users should be able to interact with older spreadsheet if they choose to roll back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527" y="3940975"/>
            <a:ext cx="1739750" cy="9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544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12378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Feature 2: Version Control </a:t>
            </a:r>
            <a:r>
              <a:rPr b="1" lang="en" sz="2400">
                <a:solidFill>
                  <a:schemeClr val="lt1"/>
                </a:solidFill>
              </a:rPr>
              <a:t>_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2325" y="396275"/>
            <a:ext cx="3095649" cy="21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2325" y="2842925"/>
            <a:ext cx="3095650" cy="213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387650" y="1422900"/>
            <a:ext cx="46998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Allow users to query REST APIs, and populate the spreadsheet with this data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Configure the following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Endpoints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API Keys and Keyword Args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Filters and Scheduled Querying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Users should be able to call APIs similar to a Range Expression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44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365900" y="537650"/>
            <a:ext cx="54846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Feature 3: </a:t>
            </a:r>
            <a:r>
              <a:rPr b="1" lang="en" sz="2400">
                <a:solidFill>
                  <a:schemeClr val="lt1"/>
                </a:solidFill>
              </a:rPr>
              <a:t>Querying RESTful API</a:t>
            </a:r>
            <a:r>
              <a:rPr b="1" lang="en" sz="2400">
                <a:solidFill>
                  <a:schemeClr val="lt1"/>
                </a:solidFill>
              </a:rPr>
              <a:t> </a:t>
            </a:r>
            <a:r>
              <a:rPr b="1" lang="en" sz="2400">
                <a:solidFill>
                  <a:schemeClr val="lt1"/>
                </a:solidFill>
              </a:rPr>
              <a:t>_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4925" y="1422900"/>
            <a:ext cx="3721675" cy="26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50" y="396275"/>
            <a:ext cx="845400" cy="8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</a:t>
            </a:r>
            <a:r>
              <a:rPr b="1" lang="en" sz="2400">
                <a:solidFill>
                  <a:schemeClr val="lt1"/>
                </a:solidFill>
              </a:rPr>
              <a:t>Progress</a:t>
            </a:r>
            <a:r>
              <a:rPr b="1" lang="en" sz="2400">
                <a:solidFill>
                  <a:schemeClr val="lt1"/>
                </a:solidFill>
              </a:rPr>
              <a:t> _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9475" y="1659950"/>
            <a:ext cx="845250" cy="8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9194" y="1659875"/>
            <a:ext cx="845400" cy="8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1307800" y="2608550"/>
            <a:ext cx="2848200" cy="1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</a:rPr>
              <a:t>Front</a:t>
            </a:r>
            <a:r>
              <a:rPr b="1" lang="en" sz="1800">
                <a:solidFill>
                  <a:schemeClr val="lt1"/>
                </a:solidFill>
              </a:rPr>
              <a:t>end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UI Design (70%)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RESTful (30%)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988000" y="2608550"/>
            <a:ext cx="2848200" cy="1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Back</a:t>
            </a:r>
            <a:r>
              <a:rPr b="1" lang="en" sz="1800">
                <a:solidFill>
                  <a:srgbClr val="FFFFFF"/>
                </a:solidFill>
              </a:rPr>
              <a:t>end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RESTful (56%)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Web Socket (10%)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API Querying (40%)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Database Design (70%)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Model Design (70%)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8105" y="1241525"/>
            <a:ext cx="1685464" cy="168546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1098402" y="3096501"/>
            <a:ext cx="3012000" cy="18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Ganesh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CI Integration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Backend Model Implementation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REST API Querying Implementation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4542337" y="3096500"/>
            <a:ext cx="35970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Yuzhou</a:t>
            </a:r>
            <a:endParaRPr sz="18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UI Prototype Framework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Backend Design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DB Models Design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RESTful API Implementation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44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</a:t>
            </a:r>
            <a:r>
              <a:rPr b="1" lang="en" sz="2400">
                <a:solidFill>
                  <a:schemeClr val="lt1"/>
                </a:solidFill>
              </a:rPr>
              <a:t>Team Member</a:t>
            </a:r>
            <a:r>
              <a:rPr b="1" lang="en" sz="2400">
                <a:solidFill>
                  <a:schemeClr val="lt1"/>
                </a:solidFill>
              </a:rPr>
              <a:t> </a:t>
            </a:r>
            <a:r>
              <a:rPr b="1" lang="en" sz="2400">
                <a:solidFill>
                  <a:schemeClr val="lt1"/>
                </a:solidFill>
              </a:rPr>
              <a:t>_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2675" y="1241527"/>
            <a:ext cx="1323451" cy="176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437175" y="2504575"/>
            <a:ext cx="32562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Shishir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Setting up the server to host the database.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Worked on Login (Mongo database)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Sockets for live sharing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152225" y="2449275"/>
            <a:ext cx="3256200" cy="25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Aofei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Setting up React Frontend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Implementing design from UMLs, with mock capabilities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Initial UI Testing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6300" y="140875"/>
            <a:ext cx="1940350" cy="226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871" y="140875"/>
            <a:ext cx="1555725" cy="2334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Backend _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50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725" y="2294525"/>
            <a:ext cx="845250" cy="8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0475" y="2294525"/>
            <a:ext cx="845250" cy="8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1020650" y="3139775"/>
            <a:ext cx="845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User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2620650" y="3139775"/>
            <a:ext cx="1044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Browser</a:t>
            </a:r>
            <a:endParaRPr b="1" sz="1600">
              <a:solidFill>
                <a:schemeClr val="lt1"/>
              </a:solidFill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6000" y="1100150"/>
            <a:ext cx="845250" cy="8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4534025" y="2086775"/>
            <a:ext cx="1369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RESTful API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(Express.js)</a:t>
            </a:r>
            <a:endParaRPr b="1" sz="1600">
              <a:solidFill>
                <a:schemeClr val="lt1"/>
              </a:solidFill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96000" y="3139775"/>
            <a:ext cx="845250" cy="8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4534025" y="3985025"/>
            <a:ext cx="1369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Web Socket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(Socket.IO)</a:t>
            </a:r>
            <a:endParaRPr b="1" sz="1600">
              <a:solidFill>
                <a:schemeClr val="lt1"/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45425" y="2223825"/>
            <a:ext cx="986625" cy="98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6754138" y="3210450"/>
            <a:ext cx="1369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Mongo DB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1865975" y="2565650"/>
            <a:ext cx="754800" cy="30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 rot="-2695415">
            <a:off x="3544677" y="2008276"/>
            <a:ext cx="1272369" cy="30334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 rot="2704585">
            <a:off x="3544689" y="3098576"/>
            <a:ext cx="1272369" cy="30334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 rot="2164205">
            <a:off x="5665838" y="1949058"/>
            <a:ext cx="1272304" cy="30327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 rot="-2939215">
            <a:off x="5737128" y="3139760"/>
            <a:ext cx="1272265" cy="30347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2720475" y="1356913"/>
            <a:ext cx="21297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User System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Share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etc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2564350" y="3679325"/>
            <a:ext cx="16917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Real-time Collaboration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Live update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9213" y="294600"/>
            <a:ext cx="947075" cy="9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7653900" y="1272200"/>
            <a:ext cx="13377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Ant Design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44" y="396275"/>
            <a:ext cx="845400" cy="8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Frontend _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3788" y="963950"/>
            <a:ext cx="5299375" cy="417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1575" y="2347361"/>
            <a:ext cx="1142364" cy="107516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>
            <a:off x="7723600" y="3718450"/>
            <a:ext cx="11424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Jest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501" y="1902901"/>
            <a:ext cx="1337702" cy="1337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242150" y="3484675"/>
            <a:ext cx="12372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Babel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Backend </a:t>
            </a:r>
            <a:r>
              <a:rPr b="1" lang="en" sz="2400">
                <a:solidFill>
                  <a:schemeClr val="lt1"/>
                </a:solidFill>
              </a:rPr>
              <a:t>_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50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50" y="1378850"/>
            <a:ext cx="5619249" cy="3036564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12960000" dist="85725">
              <a:srgbClr val="000000">
                <a:alpha val="30000"/>
              </a:srgbClr>
            </a:outerShdw>
          </a:effectLst>
        </p:spPr>
      </p:pic>
      <p:pic>
        <p:nvPicPr>
          <p:cNvPr id="153" name="Google Shape;15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7650" y="1996210"/>
            <a:ext cx="3226099" cy="43883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4" name="Google Shape;15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6975" y="2440725"/>
            <a:ext cx="3226100" cy="4222076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12960000" dist="85725">
              <a:srgbClr val="000000">
                <a:alpha val="30000"/>
              </a:srgbClr>
            </a:outerShdw>
          </a:effectLst>
        </p:spPr>
      </p:pic>
      <p:pic>
        <p:nvPicPr>
          <p:cNvPr id="155" name="Google Shape;15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1550" y="2909225"/>
            <a:ext cx="4999977" cy="2462575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12960000" dist="85725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1352675" y="579775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Frontend 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44" y="396275"/>
            <a:ext cx="845400" cy="8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50" y="1322050"/>
            <a:ext cx="3385401" cy="38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1825" y="1246813"/>
            <a:ext cx="4948675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1157100" y="581375"/>
            <a:ext cx="198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</a:rPr>
              <a:t>&gt; Frontend</a:t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4" y="308675"/>
            <a:ext cx="845400" cy="8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4550" y="1154063"/>
            <a:ext cx="491490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1157100" y="579775"/>
            <a:ext cx="212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</a:rPr>
              <a:t>&gt; Frontend</a:t>
            </a:r>
            <a:endParaRPr/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4" y="308675"/>
            <a:ext cx="845400" cy="8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413" y="1322050"/>
            <a:ext cx="4019676" cy="38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2625" y="1283950"/>
            <a:ext cx="4019675" cy="38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Model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03" y="1625775"/>
            <a:ext cx="3712575" cy="235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3973" y="2571750"/>
            <a:ext cx="3596575" cy="210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6625" y="869975"/>
            <a:ext cx="3643925" cy="150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100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Model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96" name="Google Shape;1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25" y="1283675"/>
            <a:ext cx="3783150" cy="35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7525" y="1283675"/>
            <a:ext cx="3675675" cy="238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650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Model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204" name="Google Shape;20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00" y="1241675"/>
            <a:ext cx="3909100" cy="36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5846" y="1241675"/>
            <a:ext cx="4476779" cy="36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650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API Querying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00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850" y="2666200"/>
            <a:ext cx="2973925" cy="221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4500" y="285725"/>
            <a:ext cx="3435750" cy="28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761496">
            <a:off x="3111880" y="3587375"/>
            <a:ext cx="2304041" cy="36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API Querying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221" name="Google Shape;2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00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3300" y="1241525"/>
            <a:ext cx="3377402" cy="37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API Querying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228" name="Google Shape;2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00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775" y="1360216"/>
            <a:ext cx="4074500" cy="36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600" y="1318513"/>
            <a:ext cx="3408300" cy="36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8700" y="1665100"/>
            <a:ext cx="3344525" cy="250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/>
          <p:nvPr/>
        </p:nvSpPr>
        <p:spPr>
          <a:xfrm>
            <a:off x="584650" y="2067300"/>
            <a:ext cx="41319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Front-end to Back-end Integration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Socket connections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Vertical Slice Testing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37" name="Google Shape;23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50" y="396275"/>
            <a:ext cx="845250" cy="8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2"/>
          <p:cNvSpPr txBox="1"/>
          <p:nvPr/>
        </p:nvSpPr>
        <p:spPr>
          <a:xfrm>
            <a:off x="1365900" y="537650"/>
            <a:ext cx="4641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&gt; F</a:t>
            </a:r>
            <a:r>
              <a:rPr b="1" lang="en" sz="2400">
                <a:solidFill>
                  <a:schemeClr val="lt1"/>
                </a:solidFill>
              </a:rPr>
              <a:t>uture Plan</a:t>
            </a:r>
            <a:r>
              <a:rPr b="1" lang="en" sz="2400">
                <a:solidFill>
                  <a:schemeClr val="lt1"/>
                </a:solidFill>
              </a:rPr>
              <a:t> _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/>
          <p:nvPr/>
        </p:nvSpPr>
        <p:spPr>
          <a:xfrm>
            <a:off x="109300" y="2431725"/>
            <a:ext cx="7916400" cy="29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3"/>
          <p:cNvSpPr/>
          <p:nvPr/>
        </p:nvSpPr>
        <p:spPr>
          <a:xfrm>
            <a:off x="728600" y="2823350"/>
            <a:ext cx="182100" cy="637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3"/>
          <p:cNvSpPr/>
          <p:nvPr/>
        </p:nvSpPr>
        <p:spPr>
          <a:xfrm>
            <a:off x="2893775" y="2823350"/>
            <a:ext cx="182100" cy="637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3"/>
          <p:cNvSpPr/>
          <p:nvPr/>
        </p:nvSpPr>
        <p:spPr>
          <a:xfrm>
            <a:off x="5058950" y="2823350"/>
            <a:ext cx="182100" cy="637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/>
          <p:nvPr/>
        </p:nvSpPr>
        <p:spPr>
          <a:xfrm>
            <a:off x="7178575" y="2823350"/>
            <a:ext cx="182100" cy="637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3"/>
          <p:cNvSpPr/>
          <p:nvPr/>
        </p:nvSpPr>
        <p:spPr>
          <a:xfrm>
            <a:off x="1839725" y="1739575"/>
            <a:ext cx="182100" cy="637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3"/>
          <p:cNvSpPr/>
          <p:nvPr/>
        </p:nvSpPr>
        <p:spPr>
          <a:xfrm>
            <a:off x="4004900" y="1739575"/>
            <a:ext cx="182100" cy="637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3"/>
          <p:cNvSpPr/>
          <p:nvPr/>
        </p:nvSpPr>
        <p:spPr>
          <a:xfrm>
            <a:off x="6170075" y="1739575"/>
            <a:ext cx="182100" cy="637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3"/>
          <p:cNvSpPr/>
          <p:nvPr/>
        </p:nvSpPr>
        <p:spPr>
          <a:xfrm>
            <a:off x="63650" y="3560875"/>
            <a:ext cx="1512000" cy="151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"/>
          <p:cNvSpPr/>
          <p:nvPr/>
        </p:nvSpPr>
        <p:spPr>
          <a:xfrm>
            <a:off x="2228825" y="3560875"/>
            <a:ext cx="1512000" cy="151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3"/>
          <p:cNvSpPr/>
          <p:nvPr/>
        </p:nvSpPr>
        <p:spPr>
          <a:xfrm>
            <a:off x="4394000" y="3560875"/>
            <a:ext cx="1512000" cy="151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/>
          <p:nvPr/>
        </p:nvSpPr>
        <p:spPr>
          <a:xfrm>
            <a:off x="6513625" y="3560875"/>
            <a:ext cx="1512000" cy="151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3"/>
          <p:cNvSpPr/>
          <p:nvPr/>
        </p:nvSpPr>
        <p:spPr>
          <a:xfrm>
            <a:off x="1172175" y="135825"/>
            <a:ext cx="1512000" cy="151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3"/>
          <p:cNvSpPr/>
          <p:nvPr/>
        </p:nvSpPr>
        <p:spPr>
          <a:xfrm>
            <a:off x="3339950" y="135825"/>
            <a:ext cx="1512000" cy="151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5507725" y="135825"/>
            <a:ext cx="1512000" cy="151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787675" y="2130938"/>
            <a:ext cx="1819475" cy="8931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 txBox="1"/>
          <p:nvPr/>
        </p:nvSpPr>
        <p:spPr>
          <a:xfrm>
            <a:off x="109300" y="3715900"/>
            <a:ext cx="13206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Refine Backend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1329700" y="255000"/>
            <a:ext cx="12477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Connect frontend events to backend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3472100" y="255000"/>
            <a:ext cx="12477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Integrate API Querying in UI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5639875" y="255000"/>
            <a:ext cx="12477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Finish up “basic” features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2294900" y="3693025"/>
            <a:ext cx="15120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Start &amp; finish </a:t>
            </a:r>
            <a:r>
              <a:rPr lang="en" sz="1800">
                <a:solidFill>
                  <a:schemeClr val="dk2"/>
                </a:solidFill>
              </a:rPr>
              <a:t>websocket</a:t>
            </a:r>
            <a:r>
              <a:rPr lang="en" sz="1800">
                <a:solidFill>
                  <a:schemeClr val="dk2"/>
                </a:solidFill>
              </a:rPr>
              <a:t> for live sharing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4453250" y="3693025"/>
            <a:ext cx="1391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Integrate VC Database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6599925" y="3715900"/>
            <a:ext cx="1391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Full Integration Testing, Revisions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